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8"/>
  </p:notesMasterIdLst>
  <p:handoutMasterIdLst>
    <p:handoutMasterId r:id="rId9"/>
  </p:handoutMasterIdLst>
  <p:sldIdLst>
    <p:sldId id="265" r:id="rId2"/>
    <p:sldId id="261" r:id="rId3"/>
    <p:sldId id="266" r:id="rId4"/>
    <p:sldId id="270" r:id="rId5"/>
    <p:sldId id="277" r:id="rId6"/>
    <p:sldId id="278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90" d="100"/>
          <a:sy n="90" d="100"/>
        </p:scale>
        <p:origin x="99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8/19/2025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8/19/2025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8/19/2025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8/19/2025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8/19/2025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8/19/2025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8/19/2025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8/19/2025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83" r:id="rId4"/>
    <p:sldLayoutId id="2147483679" r:id="rId5"/>
    <p:sldLayoutId id="2147483680" r:id="rId6"/>
    <p:sldLayoutId id="2147483681" r:id="rId7"/>
    <p:sldLayoutId id="2147483682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I: </a:t>
            </a:r>
            <a:r>
              <a:rPr lang="en-US" dirty="0" err="1"/>
              <a:t>Giới</a:t>
            </a:r>
            <a:r>
              <a:rPr lang="en-US" dirty="0"/>
              <a:t> </a:t>
            </a:r>
            <a:r>
              <a:rPr lang="en-US" dirty="0" err="1"/>
              <a:t>thiệu</a:t>
            </a:r>
            <a:r>
              <a:rPr lang="en-US" dirty="0"/>
              <a:t> </a:t>
            </a:r>
            <a:r>
              <a:rPr lang="en-US" dirty="0" err="1"/>
              <a:t>linh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</a:t>
            </a:r>
            <a:r>
              <a:rPr lang="en-US" dirty="0" err="1"/>
              <a:t>điện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bản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4D7858-B900-4DAF-969D-0ADCB4523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8725" y="1568304"/>
            <a:ext cx="4577316" cy="45773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C656B-9098-4200-8455-B563B5A28526}"/>
              </a:ext>
            </a:extLst>
          </p:cNvPr>
          <p:cNvSpPr txBox="1"/>
          <p:nvPr/>
        </p:nvSpPr>
        <p:spPr>
          <a:xfrm>
            <a:off x="132907" y="2114820"/>
            <a:ext cx="451352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Mục tiêu buổi học:</a:t>
            </a:r>
            <a:endParaRPr lang="vi-V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vi-V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Nhận diện linh kiện qua hình thực tế.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vi-V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Biết công dụng &amp; ký hiệu mạch điện của từng linh kiện.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vi-V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Vẽ được sơ đồ mạch đơn giản với 1–2 linh kiện.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vi-V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Thực hành lắp đúng linh kiện trên breadboard.</a:t>
            </a:r>
          </a:p>
        </p:txBody>
      </p:sp>
    </p:spTree>
    <p:extLst>
      <p:ext uri="{BB962C8B-B14F-4D97-AF65-F5344CB8AC3E}">
        <p14:creationId xmlns:p14="http://schemas.microsoft.com/office/powerpoint/2010/main" val="292364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76946D-AB92-4D05-97ED-4EDF0AB0F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492878"/>
            <a:ext cx="2057400" cy="365125"/>
          </a:xfrm>
          <a:prstGeom prst="rect">
            <a:avLst/>
          </a:prstGeom>
        </p:spPr>
        <p:txBody>
          <a:bodyPr/>
          <a:lstStyle/>
          <a:p>
            <a:fld id="{9EA0BE3B-158A-4EDF-80DC-E394A0D1600F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6CB3A-046A-4C56-A02D-DBF672421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52" y="112543"/>
            <a:ext cx="8635896" cy="436098"/>
          </a:xfrm>
          <a:prstGeom prst="rect">
            <a:avLst/>
          </a:prstGeom>
        </p:spPr>
        <p:txBody>
          <a:bodyPr/>
          <a:lstStyle/>
          <a:p>
            <a:r>
              <a:rPr lang="vi-VN" dirty="0"/>
              <a:t>Tụ điện (Capacitor)</a:t>
            </a:r>
            <a:endParaRPr lang="en-US" dirty="0"/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FAC05DA5-A6CA-4491-B8E3-730E40117A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925" y="1384638"/>
            <a:ext cx="5769528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Ký hiệu: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Công dụng chính: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vi-VN" altLang="vi-V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Tích trữ năng lượng điện.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vi-VN" altLang="vi-V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Lọc nhiễu trong mạch nguồn.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vi-VN" altLang="vi-V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Tạo trễ thời gian trong mạch.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Phân loại: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Tụ hóa (có cực), tụ gốm (không phân cực).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Ứng dụng nhỏ: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Mạch nháy LED dùng tụ + điện trở.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213827E-F581-43B0-875B-E4B3BB1C7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901" y="1111285"/>
            <a:ext cx="638264" cy="53347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A842ED4-56E7-4E76-A549-4565DC866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097" y="3611702"/>
            <a:ext cx="3394170" cy="22657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9A02DC-FCD2-4CA2-B80A-34042620D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796" y="3534272"/>
            <a:ext cx="2129385" cy="242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84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9CAB07-B0CD-4712-9734-2D3CBC725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9C6F49-1887-4BE4-A583-FB79B8A2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Cuộn cảm (Inductor)</a:t>
            </a:r>
            <a:endParaRPr lang="en-US" dirty="0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E4DDFEFC-D2A4-4F94-9F6B-9FE192F0ECD1}"/>
              </a:ext>
            </a:extLst>
          </p:cNvPr>
          <p:cNvSpPr>
            <a:spLocks noGrp="1" noChangeArrowheads="1"/>
          </p:cNvSpPr>
          <p:nvPr>
            <p:ph type="body" sz="quarter" idx="13"/>
          </p:nvPr>
        </p:nvSpPr>
        <p:spPr bwMode="auto">
          <a:xfrm>
            <a:off x="235077" y="1121332"/>
            <a:ext cx="5636479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Ký hiệu: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Công dụng chính: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Tạo từ trường khi có dòng điện chạy qua.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Lọc dòng (lọc nhiễu, lọc sóng cao tần).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Dùng trong mạch cộng hưởng LC.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Ứng dụng nhỏ: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cuộn cảm trong mạch sạc không dây.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44C8DE-A219-4AD3-BDAC-D2C0FC37B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102" y="2952603"/>
            <a:ext cx="3460052" cy="3429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CFF6E0-AE79-44C2-92DF-B70CB734E4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795" y="3189153"/>
            <a:ext cx="3776824" cy="2792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358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AD8E52-349C-EF76-69EB-C09C6078A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131D202-5F2A-ABF7-24FC-3F311F569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b="1" dirty="0"/>
              <a:t>Transistor (NPN &amp; PNP)</a:t>
            </a:r>
            <a:br>
              <a:rPr lang="vi-VN" b="1" dirty="0"/>
            </a:b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B799CE-BE2A-4838-A757-38145D542059}"/>
              </a:ext>
            </a:extLst>
          </p:cNvPr>
          <p:cNvSpPr txBox="1"/>
          <p:nvPr/>
        </p:nvSpPr>
        <p:spPr>
          <a:xfrm>
            <a:off x="235077" y="1296367"/>
            <a:ext cx="4572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Ký hiệu:</a:t>
            </a:r>
            <a:endParaRPr lang="vi-V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vi-V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NPN: mũi tên từ Emitter ra.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vi-V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PNP: mũi tên hướng vào Emitter.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vi-V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Nguyên lý cơ bản:</a:t>
            </a:r>
            <a:r>
              <a:rPr lang="vi-V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Là công tắc điện tử → có thể khuếch đại tín hiệu hoặc đóng/cắt dòng.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vi-V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Cấu tạo:</a:t>
            </a:r>
            <a:r>
              <a:rPr lang="vi-V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3 chân → B (Base), C (Collector), E (Emitter).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82508A-66AF-4548-AC8B-953A0C00C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822" y="2541180"/>
            <a:ext cx="3452900" cy="3242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840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AD8E52-349C-EF76-69EB-C09C6078A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131D202-5F2A-ABF7-24FC-3F311F569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b="1" dirty="0"/>
              <a:t>Relay</a:t>
            </a:r>
            <a:endParaRPr lang="en-US" dirty="0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3AD2F3BF-D768-4041-BA02-2271DE8279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077" y="1120676"/>
            <a:ext cx="760977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Nguyên lý: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Công tắc đóng/cắt bằng từ trường sinh ra từ cuộn dây.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Ký hiệu: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Hình công tắc kết hợp cuộn dây.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Công dụng chính:</a:t>
            </a:r>
            <a:endParaRPr kumimoji="0" lang="vi-VN" altLang="vi-V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vi-VN" altLang="vi-V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Dùng tín hiệu điện nhỏ để điều khiển tải lớn (quạt, đèn, động cơ).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vi-VN" altLang="vi-V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Cách ly điện áp cao và thấp.</a:t>
            </a:r>
          </a:p>
          <a:p>
            <a:pPr marL="28575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vi-V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Ứng dụng:</a:t>
            </a:r>
            <a:r>
              <a:rPr lang="vi-V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relay trong mạch bật tắt đèn tự động.</a:t>
            </a:r>
            <a:endParaRPr kumimoji="0" lang="vi-VN" altLang="vi-V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29B44D-7A8F-4C88-BE81-8A534A449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694" y="3569184"/>
            <a:ext cx="2229161" cy="204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127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1FA177-7BD9-41EE-BFB4-C5BA2B17F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A71B284-2EAC-48A3-9461-4D56BE259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Vẽ</a:t>
            </a:r>
            <a:r>
              <a:rPr lang="en-US" dirty="0"/>
              <a:t> </a:t>
            </a:r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mạch</a:t>
            </a:r>
            <a:r>
              <a:rPr lang="en-US" dirty="0"/>
              <a:t> </a:t>
            </a:r>
            <a:r>
              <a:rPr lang="en-US" dirty="0" err="1"/>
              <a:t>đơn</a:t>
            </a:r>
            <a:r>
              <a:rPr lang="en-US" dirty="0"/>
              <a:t> </a:t>
            </a:r>
            <a:r>
              <a:rPr lang="en-US" dirty="0" err="1"/>
              <a:t>giản</a:t>
            </a:r>
            <a:endParaRPr lang="vi-VN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EC42A10-F4DE-42D6-A560-79FEF27C392B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321493" y="1142584"/>
            <a:ext cx="8493031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 Ví dụ 1: 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Mạch LED với transistor NPN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	Khi có tín hiệu nhỏ ở chân B (Base), transistor sẽ cho dòng chạy qua LED.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vi-VN" altLang="vi-VN" sz="1800" dirty="0"/>
              <a:t>	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Giúp điều khiển LED từ vi điều khiển.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 Ví dụ 2: 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Mạch đèn với relay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vi-VN" altLang="vi-VN" sz="1800" dirty="0"/>
              <a:t>	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Arduino (hoặc nguồn 5V) kích relay.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vi-VN" altLang="vi-VN" sz="1800" dirty="0"/>
              <a:t>	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Relay đóng, đèn 220V sáng.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476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187</TotalTime>
  <Words>400</Words>
  <Application>Microsoft Office PowerPoint</Application>
  <PresentationFormat>On-screen Show (4:3)</PresentationFormat>
  <Paragraphs>47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Lato</vt:lpstr>
      <vt:lpstr>Wingdings</vt:lpstr>
      <vt:lpstr>Office Theme</vt:lpstr>
      <vt:lpstr>I: Giới thiệu linh kiện điện tử cơ bản</vt:lpstr>
      <vt:lpstr>Tụ điện (Capacitor)</vt:lpstr>
      <vt:lpstr>Cuộn cảm (Inductor)</vt:lpstr>
      <vt:lpstr>Transistor (NPN &amp; PNP) </vt:lpstr>
      <vt:lpstr>Relay</vt:lpstr>
      <vt:lpstr>Vẽ sơ đồ mạch đơn giản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Thắng Hữu</cp:lastModifiedBy>
  <cp:revision>18</cp:revision>
  <dcterms:created xsi:type="dcterms:W3CDTF">2021-05-28T04:32:29Z</dcterms:created>
  <dcterms:modified xsi:type="dcterms:W3CDTF">2025-08-19T16:11:59Z</dcterms:modified>
</cp:coreProperties>
</file>