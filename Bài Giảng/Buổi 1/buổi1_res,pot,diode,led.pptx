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4"/>
  </p:notesMasterIdLst>
  <p:handoutMasterIdLst>
    <p:handoutMasterId r:id="rId15"/>
  </p:handoutMasterIdLst>
  <p:sldIdLst>
    <p:sldId id="275" r:id="rId2"/>
    <p:sldId id="257" r:id="rId3"/>
    <p:sldId id="265" r:id="rId4"/>
    <p:sldId id="266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5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8/20/2025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8/20/2025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8/20/2025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8/20/2025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8/20/2025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8/20/2025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5" r:id="rId4"/>
    <p:sldLayoutId id="2147483683" r:id="rId5"/>
    <p:sldLayoutId id="2147483679" r:id="rId6"/>
    <p:sldLayoutId id="2147483680" r:id="rId7"/>
    <p:sldLayoutId id="2147483681" r:id="rId8"/>
    <p:sldLayoutId id="2147483682" r:id="rId9"/>
    <p:sldLayoutId id="214748367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vi-VN" dirty="0"/>
              <a:t>Điện Trở , Biến Trở</a:t>
            </a:r>
          </a:p>
          <a:p>
            <a:r>
              <a:rPr lang="vi-VN" dirty="0"/>
              <a:t>Diode, Led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Mục Tiêu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/>
              <a:t>Nhận diện được linh kiện trong thực tế</a:t>
            </a:r>
          </a:p>
          <a:p>
            <a:endParaRPr lang="vi-VN" dirty="0"/>
          </a:p>
          <a:p>
            <a:r>
              <a:rPr lang="vi-VN" dirty="0"/>
              <a:t>Nắm rõ chức năng, cách sử dụng</a:t>
            </a:r>
          </a:p>
          <a:p>
            <a:endParaRPr lang="vi-VN" dirty="0"/>
          </a:p>
          <a:p>
            <a:r>
              <a:rPr lang="vi-VN" dirty="0"/>
              <a:t>Thực hành cơ bản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1. Điện Trở 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329" y="915784"/>
            <a:ext cx="8674100" cy="5132832"/>
          </a:xfrm>
        </p:spPr>
        <p:txBody>
          <a:bodyPr/>
          <a:lstStyle/>
          <a:p>
            <a:r>
              <a:rPr lang="vi-VN" dirty="0"/>
              <a:t>Nhận diện </a:t>
            </a:r>
          </a:p>
          <a:p>
            <a:endParaRPr lang="vi-VN" dirty="0"/>
          </a:p>
          <a:p>
            <a:endParaRPr lang="vi-VN" dirty="0"/>
          </a:p>
          <a:p>
            <a:pPr marL="0" indent="0">
              <a:buNone/>
            </a:pPr>
            <a:endParaRPr lang="vi-VN" dirty="0"/>
          </a:p>
          <a:p>
            <a:endParaRPr lang="vi-VN" dirty="0"/>
          </a:p>
          <a:p>
            <a:r>
              <a:rPr lang="vi-VN" dirty="0"/>
              <a:t>Chức Năng : </a:t>
            </a:r>
          </a:p>
          <a:p>
            <a:pPr marL="0" indent="0">
              <a:buNone/>
            </a:pPr>
            <a:r>
              <a:rPr lang="vi-VN" b="1" dirty="0"/>
              <a:t>     C</a:t>
            </a:r>
            <a:r>
              <a:rPr lang="en-US" b="1" dirty="0" err="1"/>
              <a:t>ản</a:t>
            </a:r>
            <a:r>
              <a:rPr lang="en-US" b="1" dirty="0"/>
              <a:t> </a:t>
            </a:r>
            <a:r>
              <a:rPr lang="en-US" b="1" dirty="0" err="1"/>
              <a:t>trở</a:t>
            </a:r>
            <a:r>
              <a:rPr lang="en-US" b="1" dirty="0"/>
              <a:t> </a:t>
            </a:r>
            <a:r>
              <a:rPr lang="en-US" b="1" dirty="0" err="1"/>
              <a:t>dòng</a:t>
            </a:r>
            <a:r>
              <a:rPr lang="en-US" b="1" dirty="0"/>
              <a:t> </a:t>
            </a:r>
            <a:r>
              <a:rPr lang="en-US" b="1" dirty="0" err="1"/>
              <a:t>điện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chảy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hỏng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.</a:t>
            </a:r>
            <a:endParaRPr lang="vi-VN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8EF6A6-F76B-72AE-25E2-D82CFB6EC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27" y="1595534"/>
            <a:ext cx="2489589" cy="15208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7554F8-5B38-DF05-09C5-C6E891856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114" y="1478901"/>
            <a:ext cx="2565919" cy="175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1EA699-5EC7-02A3-CF42-1FAB5B455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559ADD-6F6B-3C81-932F-D8AFAC93D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1. Điện Trở 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DF685-F84F-7A59-4138-C6FBE8A76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vi-VN" dirty="0"/>
              <a:t> Đọc trị điện trở</a:t>
            </a:r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r>
              <a:rPr lang="vi-VN" dirty="0"/>
              <a:t>Sử dụng đồng hồ đo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25B2BC-8EB7-DD58-C336-795255D81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6572" y="1353681"/>
            <a:ext cx="4767943" cy="30018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D97B57-93F9-BDA7-42AE-20AF02928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857" y="1006478"/>
            <a:ext cx="4448796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4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F65F25-A1CE-E088-A9C1-B26F1EA88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2420BF-3862-ED27-74A1-71E6FF11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Biến Trở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6C55C-AE19-8FF6-0ADB-86954D3D88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vi-VN" sz="2400" dirty="0"/>
              <a:t>Nhận diện</a:t>
            </a:r>
          </a:p>
          <a:p>
            <a:endParaRPr lang="vi-VN" sz="2400" dirty="0"/>
          </a:p>
          <a:p>
            <a:endParaRPr lang="vi-VN" sz="2400" dirty="0"/>
          </a:p>
          <a:p>
            <a:endParaRPr lang="vi-VN" sz="2400" dirty="0"/>
          </a:p>
          <a:p>
            <a:endParaRPr lang="vi-VN" sz="2400" dirty="0"/>
          </a:p>
          <a:p>
            <a:endParaRPr lang="vi-VN" sz="2400" dirty="0"/>
          </a:p>
          <a:p>
            <a:r>
              <a:rPr lang="vi-VN" sz="2400" dirty="0"/>
              <a:t>Chức Năng: </a:t>
            </a:r>
            <a:r>
              <a:rPr lang="vi-VN" sz="2400" b="1" dirty="0"/>
              <a:t>C</a:t>
            </a:r>
            <a:r>
              <a:rPr lang="en-US" sz="2400" b="1" dirty="0" err="1"/>
              <a:t>ản</a:t>
            </a:r>
            <a:r>
              <a:rPr lang="en-US" sz="2400" b="1" dirty="0"/>
              <a:t> </a:t>
            </a:r>
            <a:r>
              <a:rPr lang="en-US" sz="2400" b="1" dirty="0" err="1"/>
              <a:t>trở</a:t>
            </a:r>
            <a:r>
              <a:rPr lang="en-US" sz="2400" b="1" dirty="0"/>
              <a:t> </a:t>
            </a:r>
            <a:r>
              <a:rPr lang="en-US" sz="2400" b="1" dirty="0" err="1"/>
              <a:t>dòng</a:t>
            </a:r>
            <a:r>
              <a:rPr lang="en-US" sz="2400" b="1" dirty="0"/>
              <a:t> </a:t>
            </a:r>
            <a:r>
              <a:rPr lang="en-US" sz="2400" b="1" dirty="0" err="1"/>
              <a:t>điện</a:t>
            </a:r>
            <a:r>
              <a:rPr lang="vi-VN" sz="2400" b="1" dirty="0"/>
              <a:t> , </a:t>
            </a:r>
            <a:r>
              <a:rPr lang="vi-VN" sz="2400" dirty="0"/>
              <a:t>có thể thay đổi giá trị của điện trở</a:t>
            </a:r>
          </a:p>
          <a:p>
            <a:r>
              <a:rPr lang="vi-VN" sz="2400" dirty="0"/>
              <a:t>Ứng dụng :</a:t>
            </a:r>
          </a:p>
          <a:p>
            <a:pPr marL="0" indent="0">
              <a:buNone/>
            </a:pPr>
            <a:r>
              <a:rPr lang="vi-VN" sz="2400" dirty="0"/>
              <a:t>- </a:t>
            </a:r>
            <a:r>
              <a:rPr lang="en-US" sz="2400" dirty="0" err="1"/>
              <a:t>Nút</a:t>
            </a:r>
            <a:r>
              <a:rPr lang="en-US" sz="2400" dirty="0"/>
              <a:t> volume </a:t>
            </a:r>
            <a:r>
              <a:rPr lang="en-US" sz="2400" dirty="0" err="1"/>
              <a:t>trên</a:t>
            </a:r>
            <a:r>
              <a:rPr lang="en-US" sz="2400" dirty="0"/>
              <a:t> loa, </a:t>
            </a:r>
            <a:r>
              <a:rPr lang="vi-VN" sz="2400" dirty="0"/>
              <a:t>radio.</a:t>
            </a:r>
          </a:p>
          <a:p>
            <a:pPr marL="0" indent="0">
              <a:buNone/>
            </a:pPr>
            <a:r>
              <a:rPr lang="vi-VN" sz="2400" dirty="0"/>
              <a:t>- </a:t>
            </a:r>
            <a:r>
              <a:rPr lang="en-US" sz="2400" dirty="0"/>
              <a:t>Trong </a:t>
            </a:r>
            <a:r>
              <a:rPr lang="en-US" sz="2400" dirty="0" err="1"/>
              <a:t>cảm</a:t>
            </a:r>
            <a:r>
              <a:rPr lang="en-US" sz="2400" dirty="0"/>
              <a:t> </a:t>
            </a:r>
            <a:r>
              <a:rPr lang="vi-VN" sz="2400" dirty="0"/>
              <a:t>biến.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DCE6C1-1BF1-2C33-FEB4-0C3C71E65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682" y="1339079"/>
            <a:ext cx="3489701" cy="22158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6CFF02-2AA3-36E4-71AB-2C6302880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04" y="1502364"/>
            <a:ext cx="2411925" cy="21738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212F63-73BC-B645-E3C2-55BDB8F33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531580" y="1577029"/>
            <a:ext cx="2713095" cy="148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602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C68B1B-4203-A1E8-8A8E-E2903901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785B51-843F-9D57-3285-B643DF777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Diode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2C55C-63FE-DFE1-E0D0-E11162C937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vi-VN" dirty="0"/>
              <a:t>Nhận Diện</a:t>
            </a:r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r>
              <a:rPr lang="vi-VN" dirty="0"/>
              <a:t>Chức năng :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chiều</a:t>
            </a:r>
            <a:r>
              <a:rPr lang="en-US" b="1" dirty="0"/>
              <a:t> </a:t>
            </a:r>
            <a:r>
              <a:rPr lang="en-US" b="1" dirty="0" err="1"/>
              <a:t>duy</a:t>
            </a:r>
            <a:r>
              <a:rPr lang="en-US" b="1" dirty="0"/>
              <a:t> </a:t>
            </a:r>
            <a:r>
              <a:rPr lang="en-US" b="1" dirty="0" err="1"/>
              <a:t>nhất</a:t>
            </a:r>
            <a:r>
              <a:rPr lang="en-US" dirty="0"/>
              <a:t>: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b="1" dirty="0"/>
              <a:t>Anode (+)</a:t>
            </a:r>
            <a:r>
              <a:rPr lang="en-US" dirty="0"/>
              <a:t> sang </a:t>
            </a:r>
            <a:r>
              <a:rPr lang="en-US" b="1" dirty="0"/>
              <a:t>Cathode (–)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37CDDE-9A27-737F-E78F-3D824B035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43" y="1492898"/>
            <a:ext cx="2696549" cy="22300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6E9691-717C-36A6-DA0A-4A6CB35C8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716" y="1869813"/>
            <a:ext cx="4069367" cy="178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42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1D95F3-14EE-3A8D-CB0B-D88E886D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40DDDF-9151-5E1F-7E96-1253DA54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Diode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E16B9-B9FA-83BD-D61B-B5F2C9713F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1193" y="862584"/>
            <a:ext cx="8674100" cy="5132832"/>
          </a:xfrm>
        </p:spPr>
        <p:txBody>
          <a:bodyPr/>
          <a:lstStyle/>
          <a:p>
            <a:r>
              <a:rPr lang="vi-VN" sz="2000" b="1" dirty="0"/>
              <a:t>Nguyên lý làm việc:</a:t>
            </a:r>
          </a:p>
          <a:p>
            <a:pPr marL="0" indent="0">
              <a:buNone/>
            </a:pPr>
            <a:r>
              <a:rPr lang="vi-VN" sz="2000" dirty="0"/>
              <a:t>-  Diode làm từ </a:t>
            </a:r>
            <a:r>
              <a:rPr lang="vi-VN" sz="2000" b="1" dirty="0"/>
              <a:t>bán dẫn P-N</a:t>
            </a:r>
            <a:r>
              <a:rPr lang="vi-VN" sz="2000" dirty="0"/>
              <a:t>:</a:t>
            </a:r>
          </a:p>
          <a:p>
            <a:pPr lvl="1"/>
            <a:r>
              <a:rPr lang="vi-VN" sz="2000" dirty="0"/>
              <a:t>P: chứa lỗ trống (dương).</a:t>
            </a:r>
          </a:p>
          <a:p>
            <a:pPr lvl="1"/>
            <a:r>
              <a:rPr lang="vi-VN" sz="2000" dirty="0"/>
              <a:t>N: chứa electron (âm).</a:t>
            </a:r>
          </a:p>
          <a:p>
            <a:pPr marL="0" indent="0">
              <a:buNone/>
            </a:pPr>
            <a:r>
              <a:rPr lang="vi-VN" sz="2000" dirty="0"/>
              <a:t>-  Khi mắc thuận (Anode +, Cathode –):</a:t>
            </a:r>
          </a:p>
          <a:p>
            <a:pPr lvl="1"/>
            <a:r>
              <a:rPr lang="vi-VN" sz="2000" dirty="0"/>
              <a:t>Các hạt tải điện gặp nhau → dòng điện đi qua → mạch dẫn điện.</a:t>
            </a:r>
          </a:p>
          <a:p>
            <a:pPr lvl="1"/>
            <a:r>
              <a:rPr lang="vi-VN" sz="2000" dirty="0"/>
              <a:t>Cần điện áp tối thiểu gọi là </a:t>
            </a:r>
            <a:r>
              <a:rPr lang="vi-VN" sz="2000" b="1" dirty="0"/>
              <a:t>ngưỡng dẫn (≈0.7V với silicon)</a:t>
            </a:r>
            <a:r>
              <a:rPr lang="vi-VN" sz="2000" dirty="0"/>
              <a:t>.</a:t>
            </a:r>
          </a:p>
          <a:p>
            <a:pPr marL="0" indent="0">
              <a:buNone/>
            </a:pPr>
            <a:r>
              <a:rPr lang="vi-VN" sz="2000" dirty="0"/>
              <a:t>-  Khi mắc ngược:</a:t>
            </a:r>
          </a:p>
          <a:p>
            <a:pPr lvl="1"/>
            <a:r>
              <a:rPr lang="vi-VN" sz="2000" dirty="0"/>
              <a:t>Hạt tải bị đẩy ra xa → không có dòng → diode khóa.</a:t>
            </a:r>
            <a:endParaRPr lang="vi-VN" dirty="0"/>
          </a:p>
          <a:p>
            <a:r>
              <a:rPr lang="en-US" sz="2400" dirty="0"/>
              <a:t> </a:t>
            </a:r>
            <a:r>
              <a:rPr lang="vi-VN" sz="2000" b="1" dirty="0"/>
              <a:t>Ứng dụng :</a:t>
            </a:r>
            <a:endParaRPr lang="vi-VN" sz="2000" dirty="0"/>
          </a:p>
          <a:p>
            <a:pPr marL="0" indent="0">
              <a:buNone/>
            </a:pPr>
            <a:r>
              <a:rPr lang="vi-VN" sz="2000" dirty="0"/>
              <a:t>+ Chỉnh lưu: biến dòng AC thành DC , ( vd : </a:t>
            </a:r>
            <a:r>
              <a:rPr lang="en-US" sz="2000" b="1" dirty="0" err="1"/>
              <a:t>Bộ</a:t>
            </a:r>
            <a:r>
              <a:rPr lang="en-US" sz="2000" b="1" dirty="0"/>
              <a:t> </a:t>
            </a:r>
            <a:r>
              <a:rPr lang="en-US" sz="2000" b="1" dirty="0" err="1"/>
              <a:t>nguồn</a:t>
            </a:r>
            <a:r>
              <a:rPr lang="en-US" sz="2000" b="1" dirty="0"/>
              <a:t> </a:t>
            </a:r>
            <a:r>
              <a:rPr lang="vi-VN" sz="2000" b="1" dirty="0"/>
              <a:t>adapter ).</a:t>
            </a:r>
            <a:endParaRPr lang="vi-VN" sz="2000" dirty="0"/>
          </a:p>
          <a:p>
            <a:pPr marL="0" indent="0">
              <a:buNone/>
            </a:pPr>
            <a:r>
              <a:rPr lang="vi-VN" sz="2000" dirty="0"/>
              <a:t>+ Bảo vệ mạch khi gắn ngược cực pin. ( vd : Mạch bảo vệ Pin 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04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D70352-E601-3C20-048C-E666D44B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459D97-2C02-96E2-7B90-F81074123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LED ( Light Emitting Diode 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E67A96-8FF8-A252-0A8F-9658AE3069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vi-VN" dirty="0"/>
              <a:t>Nhận diện :</a:t>
            </a:r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vi-VN" dirty="0"/>
              <a:t>   </a:t>
            </a:r>
            <a:r>
              <a:rPr lang="en-US" dirty="0"/>
              <a:t>Báo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,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,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.</a:t>
            </a:r>
          </a:p>
          <a:p>
            <a:endParaRPr lang="vi-V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6FCC4C-371E-3B65-D6B5-DA99370DA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725" y="1342380"/>
            <a:ext cx="2846509" cy="2669783"/>
          </a:xfrm>
          <a:prstGeom prst="roundRect">
            <a:avLst>
              <a:gd name="adj" fmla="val 1433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83BB98-AE9A-7453-CE01-EC42180DE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67" y="1592167"/>
            <a:ext cx="5218247" cy="230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7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C33942-7DB3-E00E-0E3E-87363DB67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8BE342-E0AC-E5FF-245E-61A0223B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LED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E73E5-1915-B4CC-5C15-C9B8DCC3C5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98376"/>
            <a:ext cx="5784229" cy="5097624"/>
          </a:xfrm>
        </p:spPr>
        <p:txBody>
          <a:bodyPr/>
          <a:lstStyle/>
          <a:p>
            <a:r>
              <a:rPr lang="vi-VN" dirty="0"/>
              <a:t>Nguyên Lý làm việc: </a:t>
            </a:r>
          </a:p>
          <a:p>
            <a:pPr marL="0" indent="0">
              <a:buNone/>
            </a:pPr>
            <a:endParaRPr lang="vi-VN" dirty="0"/>
          </a:p>
          <a:p>
            <a:r>
              <a:rPr lang="vi-VN" sz="2000" dirty="0"/>
              <a:t>LED cũng là diode P-N nhưng khi electron từ vùng N sang vùng P, chúng tái hợp với lỗ trống và phát ra photon (ánh sáng).</a:t>
            </a:r>
          </a:p>
          <a:p>
            <a:r>
              <a:rPr lang="vi-VN" sz="2000" dirty="0"/>
              <a:t>Màu LED phụ thuộc vào vật liệu bán dẫn (GaAs → đỏ, GaN → xanh, …).</a:t>
            </a:r>
          </a:p>
          <a:p>
            <a:r>
              <a:rPr lang="vi-VN" sz="2000" dirty="0"/>
              <a:t>Điện áp rơi (forward voltage):</a:t>
            </a:r>
          </a:p>
          <a:p>
            <a:pPr marL="0" indent="0">
              <a:buNone/>
            </a:pPr>
            <a:r>
              <a:rPr lang="vi-VN" sz="2000" dirty="0"/>
              <a:t>-  Đỏ: 1.8V</a:t>
            </a:r>
          </a:p>
          <a:p>
            <a:pPr marL="0" indent="0">
              <a:buNone/>
            </a:pPr>
            <a:r>
              <a:rPr lang="vi-VN" sz="2000" dirty="0"/>
              <a:t>-  Xanh: 2.2V</a:t>
            </a:r>
          </a:p>
          <a:p>
            <a:pPr marL="0" indent="0">
              <a:buNone/>
            </a:pPr>
            <a:r>
              <a:rPr lang="vi-VN" sz="2000" dirty="0"/>
              <a:t>-  Trắng: 3V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AC2D2C-BF0D-E253-B5E6-E9941F096DC2}"/>
              </a:ext>
            </a:extLst>
          </p:cNvPr>
          <p:cNvSpPr/>
          <p:nvPr/>
        </p:nvSpPr>
        <p:spPr>
          <a:xfrm>
            <a:off x="-2192694" y="1063690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F2CE3C-9A4B-6C19-92C7-05B8E2369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840" y="1063690"/>
            <a:ext cx="3261101" cy="397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68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97C6F1-10BE-A66E-048C-415FCC8E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BBB6A3-416D-A2E2-B1FC-6F09C4AB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Thực hành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C1D4E-CF42-E645-BCE4-DDDEB60413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vi-VN" dirty="0"/>
              <a:t>Bài 1 : Thay đổi độ sáng led</a:t>
            </a:r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r>
              <a:rPr lang="vi-VN" dirty="0"/>
              <a:t>Bài 2: Sử dụng diode để bảo vệ mạch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058E91-560A-7CE9-74BC-F0422DCE3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763" y="3945321"/>
            <a:ext cx="3945661" cy="19495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291E8C-AFBF-B3D4-0DEF-F0769F320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763" y="1412379"/>
            <a:ext cx="4334661" cy="208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10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320</TotalTime>
  <Words>400</Words>
  <Application>Microsoft Office PowerPoint</Application>
  <PresentationFormat>On-screen Show (4:3)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Lato</vt:lpstr>
      <vt:lpstr>Office Theme</vt:lpstr>
      <vt:lpstr>PowerPoint Presentation</vt:lpstr>
      <vt:lpstr>PowerPoint Presentation</vt:lpstr>
      <vt:lpstr>Mục Tiêu</vt:lpstr>
      <vt:lpstr>1. Điện Trở </vt:lpstr>
      <vt:lpstr>1. Điện Trở </vt:lpstr>
      <vt:lpstr>2. Biến Trở</vt:lpstr>
      <vt:lpstr>3. Diode</vt:lpstr>
      <vt:lpstr>3. Diode</vt:lpstr>
      <vt:lpstr>4. LED ( Light Emitting Diode )</vt:lpstr>
      <vt:lpstr>4. LED</vt:lpstr>
      <vt:lpstr>Thực hành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Van Minh 20238436</cp:lastModifiedBy>
  <cp:revision>14</cp:revision>
  <dcterms:created xsi:type="dcterms:W3CDTF">2021-05-28T04:32:29Z</dcterms:created>
  <dcterms:modified xsi:type="dcterms:W3CDTF">2025-08-20T10:27:44Z</dcterms:modified>
</cp:coreProperties>
</file>